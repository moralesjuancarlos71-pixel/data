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0" r:id="rId15"/>
    <p:sldId id="268" r:id="rId16"/>
    <p:sldId id="269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9C9700-0459-46F6-970C-604A28A95171}" v="28" dt="2026-09-09T15:11:56.2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en HERRERO LLORENTE" userId="33c8d24bbfc4629f" providerId="LiveId" clId="{B1A164DD-CD48-4B0F-870C-C8D785CF9D16}"/>
    <pc:docChg chg="custSel addSld delSld modSld">
      <pc:chgData name="Miren HERRERO LLORENTE" userId="33c8d24bbfc4629f" providerId="LiveId" clId="{B1A164DD-CD48-4B0F-870C-C8D785CF9D16}" dt="2026-09-10T10:09:47.676" v="640" actId="478"/>
      <pc:docMkLst>
        <pc:docMk/>
      </pc:docMkLst>
      <pc:sldChg chg="addSp modSp new mod">
        <pc:chgData name="Miren HERRERO LLORENTE" userId="33c8d24bbfc4629f" providerId="LiveId" clId="{B1A164DD-CD48-4B0F-870C-C8D785CF9D16}" dt="2026-09-08T15:30:46.075" v="4" actId="18654"/>
        <pc:sldMkLst>
          <pc:docMk/>
          <pc:sldMk cId="935973201" sldId="257"/>
        </pc:sldMkLst>
        <pc:picChg chg="add mod">
          <ac:chgData name="Miren HERRERO LLORENTE" userId="33c8d24bbfc4629f" providerId="LiveId" clId="{B1A164DD-CD48-4B0F-870C-C8D785CF9D16}" dt="2026-09-08T15:30:46.075" v="4" actId="18654"/>
          <ac:picMkLst>
            <pc:docMk/>
            <pc:sldMk cId="935973201" sldId="257"/>
            <ac:picMk id="3" creationId="{073412CC-799B-9D07-037D-6384152A0971}"/>
          </ac:picMkLst>
        </pc:picChg>
      </pc:sldChg>
      <pc:sldChg chg="addSp delSp modSp new mod modNotesTx">
        <pc:chgData name="Miren HERRERO LLORENTE" userId="33c8d24bbfc4629f" providerId="LiveId" clId="{B1A164DD-CD48-4B0F-870C-C8D785CF9D16}" dt="2026-09-10T10:09:35.139" v="636" actId="478"/>
        <pc:sldMkLst>
          <pc:docMk/>
          <pc:sldMk cId="3585414990" sldId="258"/>
        </pc:sldMkLst>
        <pc:spChg chg="add mod">
          <ac:chgData name="Miren HERRERO LLORENTE" userId="33c8d24bbfc4629f" providerId="LiveId" clId="{B1A164DD-CD48-4B0F-870C-C8D785CF9D16}" dt="2026-09-08T15:39:22.344" v="313" actId="20577"/>
          <ac:spMkLst>
            <pc:docMk/>
            <pc:sldMk cId="3585414990" sldId="258"/>
            <ac:spMk id="5" creationId="{13FA1959-265D-4DB7-042E-A38BE9271CDE}"/>
          </ac:spMkLst>
        </pc:spChg>
        <pc:picChg chg="add del mod">
          <ac:chgData name="Miren HERRERO LLORENTE" userId="33c8d24bbfc4629f" providerId="LiveId" clId="{B1A164DD-CD48-4B0F-870C-C8D785CF9D16}" dt="2026-09-10T10:09:35.139" v="636" actId="478"/>
          <ac:picMkLst>
            <pc:docMk/>
            <pc:sldMk cId="3585414990" sldId="258"/>
            <ac:picMk id="3" creationId="{7DECE98D-0C19-EA20-DF70-E58C1F278D1A}"/>
          </ac:picMkLst>
        </pc:picChg>
      </pc:sldChg>
      <pc:sldChg chg="addSp modSp new mod modNotesTx">
        <pc:chgData name="Miren HERRERO LLORENTE" userId="33c8d24bbfc4629f" providerId="LiveId" clId="{B1A164DD-CD48-4B0F-870C-C8D785CF9D16}" dt="2026-09-08T15:43:01.764" v="336" actId="115"/>
        <pc:sldMkLst>
          <pc:docMk/>
          <pc:sldMk cId="180259007" sldId="259"/>
        </pc:sldMkLst>
        <pc:spChg chg="add mod">
          <ac:chgData name="Miren HERRERO LLORENTE" userId="33c8d24bbfc4629f" providerId="LiveId" clId="{B1A164DD-CD48-4B0F-870C-C8D785CF9D16}" dt="2026-09-08T15:42:43.666" v="335" actId="113"/>
          <ac:spMkLst>
            <pc:docMk/>
            <pc:sldMk cId="180259007" sldId="259"/>
            <ac:spMk id="4" creationId="{DA0621EF-E6CD-69CE-851C-F41DA5CBAD31}"/>
          </ac:spMkLst>
        </pc:spChg>
        <pc:picChg chg="add mod">
          <ac:chgData name="Miren HERRERO LLORENTE" userId="33c8d24bbfc4629f" providerId="LiveId" clId="{B1A164DD-CD48-4B0F-870C-C8D785CF9D16}" dt="2026-09-08T15:41:08.692" v="323" actId="14100"/>
          <ac:picMkLst>
            <pc:docMk/>
            <pc:sldMk cId="180259007" sldId="259"/>
            <ac:picMk id="3" creationId="{E8B822E0-F035-0AAA-85DC-CD4075FCF63E}"/>
          </ac:picMkLst>
        </pc:picChg>
      </pc:sldChg>
      <pc:sldChg chg="addSp delSp modSp new mod">
        <pc:chgData name="Miren HERRERO LLORENTE" userId="33c8d24bbfc4629f" providerId="LiveId" clId="{B1A164DD-CD48-4B0F-870C-C8D785CF9D16}" dt="2026-09-08T15:48:29.405" v="364" actId="20577"/>
        <pc:sldMkLst>
          <pc:docMk/>
          <pc:sldMk cId="1938238552" sldId="260"/>
        </pc:sldMkLst>
        <pc:spChg chg="add mod">
          <ac:chgData name="Miren HERRERO LLORENTE" userId="33c8d24bbfc4629f" providerId="LiveId" clId="{B1A164DD-CD48-4B0F-870C-C8D785CF9D16}" dt="2026-09-08T15:47:49.018" v="358" actId="14100"/>
          <ac:spMkLst>
            <pc:docMk/>
            <pc:sldMk cId="1938238552" sldId="260"/>
            <ac:spMk id="6" creationId="{DC832DBD-E1A6-EDC8-FCA8-C54941276B0F}"/>
          </ac:spMkLst>
        </pc:spChg>
        <pc:spChg chg="add mod">
          <ac:chgData name="Miren HERRERO LLORENTE" userId="33c8d24bbfc4629f" providerId="LiveId" clId="{B1A164DD-CD48-4B0F-870C-C8D785CF9D16}" dt="2026-09-08T15:48:29.405" v="364" actId="20577"/>
          <ac:spMkLst>
            <pc:docMk/>
            <pc:sldMk cId="1938238552" sldId="260"/>
            <ac:spMk id="8" creationId="{77C4E2F1-2D3A-5DA4-36D8-71483947A429}"/>
          </ac:spMkLst>
        </pc:spChg>
        <pc:picChg chg="add mod">
          <ac:chgData name="Miren HERRERO LLORENTE" userId="33c8d24bbfc4629f" providerId="LiveId" clId="{B1A164DD-CD48-4B0F-870C-C8D785CF9D16}" dt="2026-09-08T15:44:28.695" v="341" actId="14100"/>
          <ac:picMkLst>
            <pc:docMk/>
            <pc:sldMk cId="1938238552" sldId="260"/>
            <ac:picMk id="3" creationId="{B9C56565-6C8A-B5BC-8AA3-0C46A3FD2231}"/>
          </ac:picMkLst>
        </pc:picChg>
      </pc:sldChg>
      <pc:sldChg chg="addSp delSp modSp new mod">
        <pc:chgData name="Miren HERRERO LLORENTE" userId="33c8d24bbfc4629f" providerId="LiveId" clId="{B1A164DD-CD48-4B0F-870C-C8D785CF9D16}" dt="2026-09-09T11:35:47.928" v="492" actId="14100"/>
        <pc:sldMkLst>
          <pc:docMk/>
          <pc:sldMk cId="34335043" sldId="261"/>
        </pc:sldMkLst>
        <pc:spChg chg="add del mod">
          <ac:chgData name="Miren HERRERO LLORENTE" userId="33c8d24bbfc4629f" providerId="LiveId" clId="{B1A164DD-CD48-4B0F-870C-C8D785CF9D16}" dt="2026-09-09T11:35:29.722" v="490" actId="478"/>
          <ac:spMkLst>
            <pc:docMk/>
            <pc:sldMk cId="34335043" sldId="261"/>
            <ac:spMk id="2" creationId="{E0DEF2FA-0450-CCEB-0D63-851693FD11A8}"/>
          </ac:spMkLst>
        </pc:spChg>
        <pc:picChg chg="add mod">
          <ac:chgData name="Miren HERRERO LLORENTE" userId="33c8d24bbfc4629f" providerId="LiveId" clId="{B1A164DD-CD48-4B0F-870C-C8D785CF9D16}" dt="2026-09-09T11:35:47.928" v="492" actId="14100"/>
          <ac:picMkLst>
            <pc:docMk/>
            <pc:sldMk cId="34335043" sldId="261"/>
            <ac:picMk id="4" creationId="{AEB47F30-AF65-C541-24B1-C5443CF91E62}"/>
          </ac:picMkLst>
        </pc:picChg>
      </pc:sldChg>
      <pc:sldChg chg="addSp delSp modSp new mod modNotesTx">
        <pc:chgData name="Miren HERRERO LLORENTE" userId="33c8d24bbfc4629f" providerId="LiveId" clId="{B1A164DD-CD48-4B0F-870C-C8D785CF9D16}" dt="2026-09-10T08:02:12.593" v="634" actId="115"/>
        <pc:sldMkLst>
          <pc:docMk/>
          <pc:sldMk cId="3210912357" sldId="262"/>
        </pc:sldMkLst>
        <pc:spChg chg="add del mod">
          <ac:chgData name="Miren HERRERO LLORENTE" userId="33c8d24bbfc4629f" providerId="LiveId" clId="{B1A164DD-CD48-4B0F-870C-C8D785CF9D16}" dt="2026-09-09T11:36:02.965" v="494" actId="478"/>
          <ac:spMkLst>
            <pc:docMk/>
            <pc:sldMk cId="3210912357" sldId="262"/>
            <ac:spMk id="2" creationId="{DC14A798-D2EC-7B8F-FAE7-E6F287F15450}"/>
          </ac:spMkLst>
        </pc:spChg>
        <pc:picChg chg="add mod">
          <ac:chgData name="Miren HERRERO LLORENTE" userId="33c8d24bbfc4629f" providerId="LiveId" clId="{B1A164DD-CD48-4B0F-870C-C8D785CF9D16}" dt="2026-09-10T08:02:08.837" v="631" actId="14100"/>
          <ac:picMkLst>
            <pc:docMk/>
            <pc:sldMk cId="3210912357" sldId="262"/>
            <ac:picMk id="3" creationId="{4B471D1B-4389-A54D-0E22-BC2872B236E1}"/>
          </ac:picMkLst>
        </pc:picChg>
        <pc:picChg chg="add del mod">
          <ac:chgData name="Miren HERRERO LLORENTE" userId="33c8d24bbfc4629f" providerId="LiveId" clId="{B1A164DD-CD48-4B0F-870C-C8D785CF9D16}" dt="2026-09-10T08:01:42.856" v="627" actId="478"/>
          <ac:picMkLst>
            <pc:docMk/>
            <pc:sldMk cId="3210912357" sldId="262"/>
            <ac:picMk id="4" creationId="{67310BFC-990C-2B61-E952-7CDE36C493A4}"/>
          </ac:picMkLst>
        </pc:picChg>
      </pc:sldChg>
      <pc:sldChg chg="addSp modSp new mod">
        <pc:chgData name="Miren HERRERO LLORENTE" userId="33c8d24bbfc4629f" providerId="LiveId" clId="{B1A164DD-CD48-4B0F-870C-C8D785CF9D16}" dt="2026-09-08T15:54:50.443" v="368" actId="931"/>
        <pc:sldMkLst>
          <pc:docMk/>
          <pc:sldMk cId="3186820214" sldId="263"/>
        </pc:sldMkLst>
        <pc:picChg chg="add mod">
          <ac:chgData name="Miren HERRERO LLORENTE" userId="33c8d24bbfc4629f" providerId="LiveId" clId="{B1A164DD-CD48-4B0F-870C-C8D785CF9D16}" dt="2026-09-08T15:54:50.443" v="368" actId="931"/>
          <ac:picMkLst>
            <pc:docMk/>
            <pc:sldMk cId="3186820214" sldId="263"/>
            <ac:picMk id="3" creationId="{D918E57A-AFCF-3416-52FA-AE7C0FB3FA6E}"/>
          </ac:picMkLst>
        </pc:picChg>
      </pc:sldChg>
      <pc:sldChg chg="addSp modSp new mod modNotesTx">
        <pc:chgData name="Miren HERRERO LLORENTE" userId="33c8d24bbfc4629f" providerId="LiveId" clId="{B1A164DD-CD48-4B0F-870C-C8D785CF9D16}" dt="2026-09-08T15:57:51.643" v="375" actId="115"/>
        <pc:sldMkLst>
          <pc:docMk/>
          <pc:sldMk cId="2189949399" sldId="264"/>
        </pc:sldMkLst>
        <pc:picChg chg="add mod">
          <ac:chgData name="Miren HERRERO LLORENTE" userId="33c8d24bbfc4629f" providerId="LiveId" clId="{B1A164DD-CD48-4B0F-870C-C8D785CF9D16}" dt="2026-09-08T15:57:17.203" v="370" actId="931"/>
          <ac:picMkLst>
            <pc:docMk/>
            <pc:sldMk cId="2189949399" sldId="264"/>
            <ac:picMk id="3" creationId="{DE359569-AD9F-72C3-CA03-29EB60973517}"/>
          </ac:picMkLst>
        </pc:picChg>
      </pc:sldChg>
      <pc:sldChg chg="addSp delSp modSp new mod delAnim modAnim modNotesTx">
        <pc:chgData name="Miren HERRERO LLORENTE" userId="33c8d24bbfc4629f" providerId="LiveId" clId="{B1A164DD-CD48-4B0F-870C-C8D785CF9D16}" dt="2026-09-10T10:09:43.269" v="638" actId="478"/>
        <pc:sldMkLst>
          <pc:docMk/>
          <pc:sldMk cId="2385820877" sldId="265"/>
        </pc:sldMkLst>
        <pc:spChg chg="add mod">
          <ac:chgData name="Miren HERRERO LLORENTE" userId="33c8d24bbfc4629f" providerId="LiveId" clId="{B1A164DD-CD48-4B0F-870C-C8D785CF9D16}" dt="2026-09-09T11:36:55.475" v="504" actId="20577"/>
          <ac:spMkLst>
            <pc:docMk/>
            <pc:sldMk cId="2385820877" sldId="265"/>
            <ac:spMk id="2" creationId="{27759F66-56AF-FCD5-60D1-AA51B7980E8D}"/>
          </ac:spMkLst>
        </pc:spChg>
        <pc:picChg chg="add del mod">
          <ac:chgData name="Miren HERRERO LLORENTE" userId="33c8d24bbfc4629f" providerId="LiveId" clId="{B1A164DD-CD48-4B0F-870C-C8D785CF9D16}" dt="2026-09-10T10:09:43.269" v="638" actId="478"/>
          <ac:picMkLst>
            <pc:docMk/>
            <pc:sldMk cId="2385820877" sldId="265"/>
            <ac:picMk id="3" creationId="{D8AD5316-CF6C-80F7-E0C4-350AA8050E17}"/>
          </ac:picMkLst>
        </pc:picChg>
      </pc:sldChg>
      <pc:sldChg chg="addSp delSp modSp new mod delAnim modAnim modNotesTx">
        <pc:chgData name="Miren HERRERO LLORENTE" userId="33c8d24bbfc4629f" providerId="LiveId" clId="{B1A164DD-CD48-4B0F-870C-C8D785CF9D16}" dt="2026-09-10T10:09:45.733" v="639" actId="478"/>
        <pc:sldMkLst>
          <pc:docMk/>
          <pc:sldMk cId="2910400086" sldId="266"/>
        </pc:sldMkLst>
        <pc:spChg chg="add mod">
          <ac:chgData name="Miren HERRERO LLORENTE" userId="33c8d24bbfc4629f" providerId="LiveId" clId="{B1A164DD-CD48-4B0F-870C-C8D785CF9D16}" dt="2026-09-09T14:13:41.503" v="570" actId="14100"/>
          <ac:spMkLst>
            <pc:docMk/>
            <pc:sldMk cId="2910400086" sldId="266"/>
            <ac:spMk id="2" creationId="{3D72EB2D-1F2F-F454-99D1-49B374E116F8}"/>
          </ac:spMkLst>
        </pc:spChg>
        <pc:picChg chg="add del mod">
          <ac:chgData name="Miren HERRERO LLORENTE" userId="33c8d24bbfc4629f" providerId="LiveId" clId="{B1A164DD-CD48-4B0F-870C-C8D785CF9D16}" dt="2026-09-10T10:09:45.733" v="639" actId="478"/>
          <ac:picMkLst>
            <pc:docMk/>
            <pc:sldMk cId="2910400086" sldId="266"/>
            <ac:picMk id="3" creationId="{DDEA07D6-74EB-1B06-8E12-A36A2C584580}"/>
          </ac:picMkLst>
        </pc:picChg>
      </pc:sldChg>
      <pc:sldChg chg="addSp delSp modSp new mod modNotesTx">
        <pc:chgData name="Miren HERRERO LLORENTE" userId="33c8d24bbfc4629f" providerId="LiveId" clId="{B1A164DD-CD48-4B0F-870C-C8D785CF9D16}" dt="2026-09-10T10:09:47.676" v="640" actId="478"/>
        <pc:sldMkLst>
          <pc:docMk/>
          <pc:sldMk cId="2633349705" sldId="267"/>
        </pc:sldMkLst>
        <pc:spChg chg="add del mod">
          <ac:chgData name="Miren HERRERO LLORENTE" userId="33c8d24bbfc4629f" providerId="LiveId" clId="{B1A164DD-CD48-4B0F-870C-C8D785CF9D16}" dt="2026-09-09T14:10:55.438" v="556" actId="478"/>
          <ac:spMkLst>
            <pc:docMk/>
            <pc:sldMk cId="2633349705" sldId="267"/>
            <ac:spMk id="2" creationId="{4D94C88B-B4AC-5BEC-95AE-C26CCDD39C2E}"/>
          </ac:spMkLst>
        </pc:spChg>
        <pc:picChg chg="add del mod">
          <ac:chgData name="Miren HERRERO LLORENTE" userId="33c8d24bbfc4629f" providerId="LiveId" clId="{B1A164DD-CD48-4B0F-870C-C8D785CF9D16}" dt="2026-09-09T14:10:57.087" v="558" actId="478"/>
          <ac:picMkLst>
            <pc:docMk/>
            <pc:sldMk cId="2633349705" sldId="267"/>
            <ac:picMk id="4" creationId="{FFCE7729-8E79-210E-195C-7239ACE1009C}"/>
          </ac:picMkLst>
        </pc:picChg>
        <pc:picChg chg="add del mod">
          <ac:chgData name="Miren HERRERO LLORENTE" userId="33c8d24bbfc4629f" providerId="LiveId" clId="{B1A164DD-CD48-4B0F-870C-C8D785CF9D16}" dt="2026-09-09T14:10:56.296" v="557" actId="478"/>
          <ac:picMkLst>
            <pc:docMk/>
            <pc:sldMk cId="2633349705" sldId="267"/>
            <ac:picMk id="5" creationId="{7F0FF4FE-749D-EBBE-649B-DA29D3FD28C6}"/>
          </ac:picMkLst>
        </pc:picChg>
        <pc:picChg chg="add del mod">
          <ac:chgData name="Miren HERRERO LLORENTE" userId="33c8d24bbfc4629f" providerId="LiveId" clId="{B1A164DD-CD48-4B0F-870C-C8D785CF9D16}" dt="2026-09-10T10:09:47.676" v="640" actId="478"/>
          <ac:picMkLst>
            <pc:docMk/>
            <pc:sldMk cId="2633349705" sldId="267"/>
            <ac:picMk id="7" creationId="{F96D0B74-1616-E015-D167-751B5DED02A2}"/>
          </ac:picMkLst>
        </pc:picChg>
      </pc:sldChg>
      <pc:sldChg chg="addSp modSp new mod">
        <pc:chgData name="Miren HERRERO LLORENTE" userId="33c8d24bbfc4629f" providerId="LiveId" clId="{B1A164DD-CD48-4B0F-870C-C8D785CF9D16}" dt="2026-09-08T16:07:16.629" v="428" actId="931"/>
        <pc:sldMkLst>
          <pc:docMk/>
          <pc:sldMk cId="3484993736" sldId="268"/>
        </pc:sldMkLst>
        <pc:picChg chg="add mod">
          <ac:chgData name="Miren HERRERO LLORENTE" userId="33c8d24bbfc4629f" providerId="LiveId" clId="{B1A164DD-CD48-4B0F-870C-C8D785CF9D16}" dt="2026-09-08T16:07:16.629" v="428" actId="931"/>
          <ac:picMkLst>
            <pc:docMk/>
            <pc:sldMk cId="3484993736" sldId="268"/>
            <ac:picMk id="3" creationId="{240EB3B6-C628-7F84-3191-1506E52C3A68}"/>
          </ac:picMkLst>
        </pc:picChg>
      </pc:sldChg>
      <pc:sldChg chg="addSp modSp new mod modNotesTx">
        <pc:chgData name="Miren HERRERO LLORENTE" userId="33c8d24bbfc4629f" providerId="LiveId" clId="{B1A164DD-CD48-4B0F-870C-C8D785CF9D16}" dt="2026-09-08T16:15:07.706" v="487" actId="115"/>
        <pc:sldMkLst>
          <pc:docMk/>
          <pc:sldMk cId="2641777712" sldId="269"/>
        </pc:sldMkLst>
        <pc:picChg chg="add mod">
          <ac:chgData name="Miren HERRERO LLORENTE" userId="33c8d24bbfc4629f" providerId="LiveId" clId="{B1A164DD-CD48-4B0F-870C-C8D785CF9D16}" dt="2026-09-08T16:07:36.955" v="430" actId="931"/>
          <ac:picMkLst>
            <pc:docMk/>
            <pc:sldMk cId="2641777712" sldId="269"/>
            <ac:picMk id="3" creationId="{1BD7F582-45CC-426F-EDD6-1CE3F782CB77}"/>
          </ac:picMkLst>
        </pc:picChg>
      </pc:sldChg>
      <pc:sldChg chg="addSp delSp modSp new mod modNotesTx">
        <pc:chgData name="Miren HERRERO LLORENTE" userId="33c8d24bbfc4629f" providerId="LiveId" clId="{B1A164DD-CD48-4B0F-870C-C8D785CF9D16}" dt="2026-09-09T14:10:43.336" v="555" actId="115"/>
        <pc:sldMkLst>
          <pc:docMk/>
          <pc:sldMk cId="2903446505" sldId="270"/>
        </pc:sldMkLst>
        <pc:spChg chg="add del mod">
          <ac:chgData name="Miren HERRERO LLORENTE" userId="33c8d24bbfc4629f" providerId="LiveId" clId="{B1A164DD-CD48-4B0F-870C-C8D785CF9D16}" dt="2026-09-09T14:10:18.897" v="551" actId="478"/>
          <ac:spMkLst>
            <pc:docMk/>
            <pc:sldMk cId="2903446505" sldId="270"/>
            <ac:spMk id="2" creationId="{866AEE8D-BCB9-BFA3-F37F-CD82D536467F}"/>
          </ac:spMkLst>
        </pc:spChg>
        <pc:picChg chg="add mod">
          <ac:chgData name="Miren HERRERO LLORENTE" userId="33c8d24bbfc4629f" providerId="LiveId" clId="{B1A164DD-CD48-4B0F-870C-C8D785CF9D16}" dt="2026-09-09T14:10:39.792" v="554" actId="14100"/>
          <ac:picMkLst>
            <pc:docMk/>
            <pc:sldMk cId="2903446505" sldId="270"/>
            <ac:picMk id="4" creationId="{899548BB-E995-4234-C473-0696B7349172}"/>
          </ac:picMkLst>
        </pc:picChg>
      </pc:sldChg>
      <pc:sldChg chg="addSp modSp new mod">
        <pc:chgData name="Miren HERRERO LLORENTE" userId="33c8d24bbfc4629f" providerId="LiveId" clId="{B1A164DD-CD48-4B0F-870C-C8D785CF9D16}" dt="2026-09-09T15:12:44.764" v="619" actId="14100"/>
        <pc:sldMkLst>
          <pc:docMk/>
          <pc:sldMk cId="4184329359" sldId="271"/>
        </pc:sldMkLst>
        <pc:spChg chg="add mod">
          <ac:chgData name="Miren HERRERO LLORENTE" userId="33c8d24bbfc4629f" providerId="LiveId" clId="{B1A164DD-CD48-4B0F-870C-C8D785CF9D16}" dt="2026-09-09T15:12:32.036" v="616" actId="14100"/>
          <ac:spMkLst>
            <pc:docMk/>
            <pc:sldMk cId="4184329359" sldId="271"/>
            <ac:spMk id="4" creationId="{584E3827-B46E-8D0D-AE1B-23ABB9FCA589}"/>
          </ac:spMkLst>
        </pc:spChg>
        <pc:picChg chg="add mod">
          <ac:chgData name="Miren HERRERO LLORENTE" userId="33c8d24bbfc4629f" providerId="LiveId" clId="{B1A164DD-CD48-4B0F-870C-C8D785CF9D16}" dt="2026-09-09T15:12:44.764" v="619" actId="14100"/>
          <ac:picMkLst>
            <pc:docMk/>
            <pc:sldMk cId="4184329359" sldId="271"/>
            <ac:picMk id="3" creationId="{4D7D3F1C-E165-F3C3-C9D1-E7A18993471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C5528-F621-4D60-A92D-1A429B413E6E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5E5D1-D903-4A22-BC36-E1F032E5A6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173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non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9007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7308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1502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0338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9725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8858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0594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1537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8592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5780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5E5D1-D903-4A22-BC36-E1F032E5A654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91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1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98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7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8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4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3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1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4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4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077F3-9844-4FDC-590A-1668FD7D3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436168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ANÁLISIS DE DATOS EN BIOMECÁNICA CICLISTA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50592D-311C-759A-561A-AEF03CA76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2212848"/>
            <a:ext cx="4361687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Proyecto Final — Big Data / Data Analytics</a:t>
            </a:r>
            <a:br>
              <a:rPr lang="en-US" dirty="0"/>
            </a:br>
            <a:r>
              <a:rPr lang="en-US" dirty="0"/>
              <a:t>Sprint 13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Juan Carlos Morales</a:t>
            </a:r>
            <a:br>
              <a:rPr lang="en-US" dirty="0"/>
            </a:br>
            <a:r>
              <a:rPr lang="en-US" dirty="0"/>
              <a:t>IT Academy — Barcelona Activa</a:t>
            </a:r>
            <a:br>
              <a:rPr lang="en-US" dirty="0"/>
            </a:br>
            <a:r>
              <a:rPr lang="en-US" dirty="0" err="1"/>
              <a:t>Septiembre</a:t>
            </a:r>
            <a:r>
              <a:rPr lang="en-US"/>
              <a:t> 2026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94FE9D-952C-278C-290A-348E7AF3A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8" r="3583" b="-2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5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3412CC-799B-9D07-037D-6384152A09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7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3FA1959-265D-4DB7-042E-A38BE9271CDE}"/>
              </a:ext>
            </a:extLst>
          </p:cNvPr>
          <p:cNvSpPr txBox="1"/>
          <p:nvPr/>
        </p:nvSpPr>
        <p:spPr>
          <a:xfrm>
            <a:off x="2300287" y="0"/>
            <a:ext cx="76935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CASO REAL DE REFERENCIA                   </a:t>
            </a:r>
          </a:p>
          <a:p>
            <a:r>
              <a:rPr lang="es-ES" sz="1600" dirty="0"/>
              <a:t>                                               Estudio biomecánico </a:t>
            </a:r>
            <a:r>
              <a:rPr lang="es-ES" sz="1600" dirty="0" err="1"/>
              <a:t>Retül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585414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8B822E0-F035-0AAA-85DC-CD4075FCF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2400"/>
            <a:ext cx="12115800" cy="40386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A0621EF-E6CD-69CE-851C-F41DA5CBAD31}"/>
              </a:ext>
            </a:extLst>
          </p:cNvPr>
          <p:cNvSpPr txBox="1"/>
          <p:nvPr/>
        </p:nvSpPr>
        <p:spPr>
          <a:xfrm>
            <a:off x="236669" y="580913"/>
            <a:ext cx="11585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DEL ESTUDIO BIOMECÁNICO AL 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18025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9C56565-6C8A-B5BC-8AA3-0C46A3FD2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307" y="1480457"/>
            <a:ext cx="6028263" cy="506548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C832DBD-E1A6-EDC8-FCA8-C54941276B0F}"/>
              </a:ext>
            </a:extLst>
          </p:cNvPr>
          <p:cNvSpPr txBox="1"/>
          <p:nvPr/>
        </p:nvSpPr>
        <p:spPr>
          <a:xfrm>
            <a:off x="1506071" y="172123"/>
            <a:ext cx="90364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BICICLETA AJUSTABLE PARA ESTUDIO BIOMECÁNICO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C4E2F1-2D3A-5DA4-36D8-71483947A429}"/>
              </a:ext>
            </a:extLst>
          </p:cNvPr>
          <p:cNvSpPr txBox="1"/>
          <p:nvPr/>
        </p:nvSpPr>
        <p:spPr>
          <a:xfrm>
            <a:off x="8623005" y="1382233"/>
            <a:ext cx="21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8238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EB47F30-AF65-C541-24B1-C5443CF91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78" y="324465"/>
            <a:ext cx="10756302" cy="601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B471D1B-4389-A54D-0E22-BC2872B23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" y="136725"/>
            <a:ext cx="11805920" cy="661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12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918E57A-AFCF-3416-52FA-AE7C0FB3F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65" y="430270"/>
            <a:ext cx="10722269" cy="59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20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359569-AD9F-72C3-CA03-29EB60973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14" y="449322"/>
            <a:ext cx="10760372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49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7759F66-56AF-FCD5-60D1-AA51B7980E8D}"/>
              </a:ext>
            </a:extLst>
          </p:cNvPr>
          <p:cNvSpPr txBox="1"/>
          <p:nvPr/>
        </p:nvSpPr>
        <p:spPr>
          <a:xfrm>
            <a:off x="2528047" y="182880"/>
            <a:ext cx="6812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REGISTRO 3D — ANTES DEL AJUSTE </a:t>
            </a:r>
            <a:r>
              <a:rPr lang="es-ES" sz="2400" dirty="0"/>
              <a:t>video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2385820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72EB2D-1F2F-F454-99D1-49B374E116F8}"/>
              </a:ext>
            </a:extLst>
          </p:cNvPr>
          <p:cNvSpPr txBox="1"/>
          <p:nvPr/>
        </p:nvSpPr>
        <p:spPr>
          <a:xfrm>
            <a:off x="1868993" y="336331"/>
            <a:ext cx="7642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REGISTRO 3D — DESPUÉS DEL AJUSTE </a:t>
            </a:r>
            <a:r>
              <a:rPr lang="es-ES" sz="2400" dirty="0"/>
              <a:t>video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291040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349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7D3F1C-E165-F3C3-C9D1-E7A189934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764" y="1167038"/>
            <a:ext cx="4513868" cy="541664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84E3827-B46E-8D0D-AE1B-23ABB9FCA589}"/>
              </a:ext>
            </a:extLst>
          </p:cNvPr>
          <p:cNvSpPr txBox="1"/>
          <p:nvPr/>
        </p:nvSpPr>
        <p:spPr>
          <a:xfrm>
            <a:off x="1868130" y="403122"/>
            <a:ext cx="76986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                              PLANTILLAS / FOOTBEDS RETÜL</a:t>
            </a:r>
          </a:p>
          <a:p>
            <a:r>
              <a:rPr lang="es-ES" dirty="0"/>
              <a:t>Diferentes niveles de soporte según las características del arco del pie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4329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99548BB-E995-4234-C473-0696B7349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06" y="120580"/>
            <a:ext cx="11739748" cy="656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46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0EB3B6-C628-7F84-3191-1506E52C3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9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BD7F582-45CC-426F-EDD6-1CE3F782C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7771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91</Words>
  <Application>Microsoft Office PowerPoint</Application>
  <PresentationFormat>Panorámica</PresentationFormat>
  <Paragraphs>23</Paragraphs>
  <Slides>16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Arial</vt:lpstr>
      <vt:lpstr>Neue Haas Grotesk Text Pro</vt:lpstr>
      <vt:lpstr>VanillaVTI</vt:lpstr>
      <vt:lpstr>ANÁLISIS DE DATOS EN BIOMECÁNICA CICLISTA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Miren HERRERO LLORENTE</dc:creator>
  <cp:lastModifiedBy>Miren HERRERO LLORENTE</cp:lastModifiedBy>
  <cp:revision>1</cp:revision>
  <dcterms:created xsi:type="dcterms:W3CDTF">2026-09-08T15:16:26Z</dcterms:created>
  <dcterms:modified xsi:type="dcterms:W3CDTF">2026-09-10T10:09:49Z</dcterms:modified>
</cp:coreProperties>
</file>