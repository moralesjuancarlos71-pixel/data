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1" r:id="rId14"/>
    <p:sldId id="270" r:id="rId15"/>
    <p:sldId id="268" r:id="rId16"/>
    <p:sldId id="269" r:id="rId1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9C9700-0459-46F6-970C-604A28A95171}" v="28" dt="2026-09-09T15:11:56.2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08" autoAdjust="0"/>
    <p:restoredTop sz="94660"/>
  </p:normalViewPr>
  <p:slideViewPr>
    <p:cSldViewPr snapToGrid="0">
      <p:cViewPr>
        <p:scale>
          <a:sx n="75" d="100"/>
          <a:sy n="75" d="100"/>
        </p:scale>
        <p:origin x="960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ren HERRERO LLORENTE" userId="33c8d24bbfc4629f" providerId="LiveId" clId="{B1A164DD-CD48-4B0F-870C-C8D785CF9D16}"/>
    <pc:docChg chg="custSel addSld delSld modSld">
      <pc:chgData name="Miren HERRERO LLORENTE" userId="33c8d24bbfc4629f" providerId="LiveId" clId="{B1A164DD-CD48-4B0F-870C-C8D785CF9D16}" dt="2026-09-09T20:11:05.214" v="626" actId="1076"/>
      <pc:docMkLst>
        <pc:docMk/>
      </pc:docMkLst>
      <pc:sldChg chg="addSp modSp new mod">
        <pc:chgData name="Miren HERRERO LLORENTE" userId="33c8d24bbfc4629f" providerId="LiveId" clId="{B1A164DD-CD48-4B0F-870C-C8D785CF9D16}" dt="2026-09-08T15:30:46.075" v="4" actId="18654"/>
        <pc:sldMkLst>
          <pc:docMk/>
          <pc:sldMk cId="935973201" sldId="257"/>
        </pc:sldMkLst>
        <pc:picChg chg="add mod">
          <ac:chgData name="Miren HERRERO LLORENTE" userId="33c8d24bbfc4629f" providerId="LiveId" clId="{B1A164DD-CD48-4B0F-870C-C8D785CF9D16}" dt="2026-09-08T15:30:46.075" v="4" actId="18654"/>
          <ac:picMkLst>
            <pc:docMk/>
            <pc:sldMk cId="935973201" sldId="257"/>
            <ac:picMk id="3" creationId="{073412CC-799B-9D07-037D-6384152A0971}"/>
          </ac:picMkLst>
        </pc:picChg>
      </pc:sldChg>
      <pc:sldChg chg="new del">
        <pc:chgData name="Miren HERRERO LLORENTE" userId="33c8d24bbfc4629f" providerId="LiveId" clId="{B1A164DD-CD48-4B0F-870C-C8D785CF9D16}" dt="2026-09-08T15:28:14.725" v="2" actId="2696"/>
        <pc:sldMkLst>
          <pc:docMk/>
          <pc:sldMk cId="779339137" sldId="258"/>
        </pc:sldMkLst>
      </pc:sldChg>
      <pc:sldChg chg="addSp delSp modSp new mod modNotesTx">
        <pc:chgData name="Miren HERRERO LLORENTE" userId="33c8d24bbfc4629f" providerId="LiveId" clId="{B1A164DD-CD48-4B0F-870C-C8D785CF9D16}" dt="2026-09-08T15:39:52.797" v="319" actId="115"/>
        <pc:sldMkLst>
          <pc:docMk/>
          <pc:sldMk cId="3585414990" sldId="258"/>
        </pc:sldMkLst>
        <pc:spChg chg="add del mod">
          <ac:chgData name="Miren HERRERO LLORENTE" userId="33c8d24bbfc4629f" providerId="LiveId" clId="{B1A164DD-CD48-4B0F-870C-C8D785CF9D16}" dt="2026-09-08T15:39:30.472" v="318"/>
          <ac:spMkLst>
            <pc:docMk/>
            <pc:sldMk cId="3585414990" sldId="258"/>
            <ac:spMk id="4" creationId="{7E5B70B1-2749-714C-8FCD-83E048D0A6A7}"/>
          </ac:spMkLst>
        </pc:spChg>
        <pc:spChg chg="add mod">
          <ac:chgData name="Miren HERRERO LLORENTE" userId="33c8d24bbfc4629f" providerId="LiveId" clId="{B1A164DD-CD48-4B0F-870C-C8D785CF9D16}" dt="2026-09-08T15:39:22.344" v="313" actId="20577"/>
          <ac:spMkLst>
            <pc:docMk/>
            <pc:sldMk cId="3585414990" sldId="258"/>
            <ac:spMk id="5" creationId="{13FA1959-265D-4DB7-042E-A38BE9271CDE}"/>
          </ac:spMkLst>
        </pc:spChg>
        <pc:picChg chg="add mod">
          <ac:chgData name="Miren HERRERO LLORENTE" userId="33c8d24bbfc4629f" providerId="LiveId" clId="{B1A164DD-CD48-4B0F-870C-C8D785CF9D16}" dt="2026-09-08T15:39:29.803" v="316" actId="1076"/>
          <ac:picMkLst>
            <pc:docMk/>
            <pc:sldMk cId="3585414990" sldId="258"/>
            <ac:picMk id="3" creationId="{7DECE98D-0C19-EA20-DF70-E58C1F278D1A}"/>
          </ac:picMkLst>
        </pc:picChg>
      </pc:sldChg>
      <pc:sldChg chg="addSp modSp new mod modNotesTx">
        <pc:chgData name="Miren HERRERO LLORENTE" userId="33c8d24bbfc4629f" providerId="LiveId" clId="{B1A164DD-CD48-4B0F-870C-C8D785CF9D16}" dt="2026-09-08T15:43:01.764" v="336" actId="115"/>
        <pc:sldMkLst>
          <pc:docMk/>
          <pc:sldMk cId="180259007" sldId="259"/>
        </pc:sldMkLst>
        <pc:spChg chg="add mod">
          <ac:chgData name="Miren HERRERO LLORENTE" userId="33c8d24bbfc4629f" providerId="LiveId" clId="{B1A164DD-CD48-4B0F-870C-C8D785CF9D16}" dt="2026-09-08T15:42:43.666" v="335" actId="113"/>
          <ac:spMkLst>
            <pc:docMk/>
            <pc:sldMk cId="180259007" sldId="259"/>
            <ac:spMk id="4" creationId="{DA0621EF-E6CD-69CE-851C-F41DA5CBAD31}"/>
          </ac:spMkLst>
        </pc:spChg>
        <pc:picChg chg="add mod">
          <ac:chgData name="Miren HERRERO LLORENTE" userId="33c8d24bbfc4629f" providerId="LiveId" clId="{B1A164DD-CD48-4B0F-870C-C8D785CF9D16}" dt="2026-09-08T15:41:08.692" v="323" actId="14100"/>
          <ac:picMkLst>
            <pc:docMk/>
            <pc:sldMk cId="180259007" sldId="259"/>
            <ac:picMk id="3" creationId="{E8B822E0-F035-0AAA-85DC-CD4075FCF63E}"/>
          </ac:picMkLst>
        </pc:picChg>
      </pc:sldChg>
      <pc:sldChg chg="addSp delSp modSp new mod">
        <pc:chgData name="Miren HERRERO LLORENTE" userId="33c8d24bbfc4629f" providerId="LiveId" clId="{B1A164DD-CD48-4B0F-870C-C8D785CF9D16}" dt="2026-09-08T15:48:29.405" v="364" actId="20577"/>
        <pc:sldMkLst>
          <pc:docMk/>
          <pc:sldMk cId="1938238552" sldId="260"/>
        </pc:sldMkLst>
        <pc:spChg chg="add del mod">
          <ac:chgData name="Miren HERRERO LLORENTE" userId="33c8d24bbfc4629f" providerId="LiveId" clId="{B1A164DD-CD48-4B0F-870C-C8D785CF9D16}" dt="2026-09-08T15:47:23.988" v="349" actId="478"/>
          <ac:spMkLst>
            <pc:docMk/>
            <pc:sldMk cId="1938238552" sldId="260"/>
            <ac:spMk id="4" creationId="{B40D30C0-DA5C-89EC-B75E-0C837A261103}"/>
          </ac:spMkLst>
        </pc:spChg>
        <pc:spChg chg="add mod">
          <ac:chgData name="Miren HERRERO LLORENTE" userId="33c8d24bbfc4629f" providerId="LiveId" clId="{B1A164DD-CD48-4B0F-870C-C8D785CF9D16}" dt="2026-09-08T15:47:49.018" v="358" actId="14100"/>
          <ac:spMkLst>
            <pc:docMk/>
            <pc:sldMk cId="1938238552" sldId="260"/>
            <ac:spMk id="6" creationId="{DC832DBD-E1A6-EDC8-FCA8-C54941276B0F}"/>
          </ac:spMkLst>
        </pc:spChg>
        <pc:spChg chg="add del mod">
          <ac:chgData name="Miren HERRERO LLORENTE" userId="33c8d24bbfc4629f" providerId="LiveId" clId="{B1A164DD-CD48-4B0F-870C-C8D785CF9D16}" dt="2026-09-08T15:48:01.436" v="361"/>
          <ac:spMkLst>
            <pc:docMk/>
            <pc:sldMk cId="1938238552" sldId="260"/>
            <ac:spMk id="7" creationId="{AFE8D350-6B89-FEF2-DBF4-1BDCDE20DF00}"/>
          </ac:spMkLst>
        </pc:spChg>
        <pc:spChg chg="add mod">
          <ac:chgData name="Miren HERRERO LLORENTE" userId="33c8d24bbfc4629f" providerId="LiveId" clId="{B1A164DD-CD48-4B0F-870C-C8D785CF9D16}" dt="2026-09-08T15:48:29.405" v="364" actId="20577"/>
          <ac:spMkLst>
            <pc:docMk/>
            <pc:sldMk cId="1938238552" sldId="260"/>
            <ac:spMk id="8" creationId="{77C4E2F1-2D3A-5DA4-36D8-71483947A429}"/>
          </ac:spMkLst>
        </pc:spChg>
        <pc:picChg chg="add mod">
          <ac:chgData name="Miren HERRERO LLORENTE" userId="33c8d24bbfc4629f" providerId="LiveId" clId="{B1A164DD-CD48-4B0F-870C-C8D785CF9D16}" dt="2026-09-08T15:44:28.695" v="341" actId="14100"/>
          <ac:picMkLst>
            <pc:docMk/>
            <pc:sldMk cId="1938238552" sldId="260"/>
            <ac:picMk id="3" creationId="{B9C56565-6C8A-B5BC-8AA3-0C46A3FD2231}"/>
          </ac:picMkLst>
        </pc:picChg>
      </pc:sldChg>
      <pc:sldChg chg="addSp delSp modSp new mod">
        <pc:chgData name="Miren HERRERO LLORENTE" userId="33c8d24bbfc4629f" providerId="LiveId" clId="{B1A164DD-CD48-4B0F-870C-C8D785CF9D16}" dt="2026-09-09T11:35:47.928" v="492" actId="14100"/>
        <pc:sldMkLst>
          <pc:docMk/>
          <pc:sldMk cId="34335043" sldId="261"/>
        </pc:sldMkLst>
        <pc:spChg chg="add del mod">
          <ac:chgData name="Miren HERRERO LLORENTE" userId="33c8d24bbfc4629f" providerId="LiveId" clId="{B1A164DD-CD48-4B0F-870C-C8D785CF9D16}" dt="2026-09-09T11:35:29.722" v="490" actId="478"/>
          <ac:spMkLst>
            <pc:docMk/>
            <pc:sldMk cId="34335043" sldId="261"/>
            <ac:spMk id="2" creationId="{E0DEF2FA-0450-CCEB-0D63-851693FD11A8}"/>
          </ac:spMkLst>
        </pc:spChg>
        <pc:picChg chg="add mod">
          <ac:chgData name="Miren HERRERO LLORENTE" userId="33c8d24bbfc4629f" providerId="LiveId" clId="{B1A164DD-CD48-4B0F-870C-C8D785CF9D16}" dt="2026-09-09T11:35:47.928" v="492" actId="14100"/>
          <ac:picMkLst>
            <pc:docMk/>
            <pc:sldMk cId="34335043" sldId="261"/>
            <ac:picMk id="4" creationId="{AEB47F30-AF65-C541-24B1-C5443CF91E62}"/>
          </ac:picMkLst>
        </pc:picChg>
      </pc:sldChg>
      <pc:sldChg chg="addSp delSp modSp new mod">
        <pc:chgData name="Miren HERRERO LLORENTE" userId="33c8d24bbfc4629f" providerId="LiveId" clId="{B1A164DD-CD48-4B0F-870C-C8D785CF9D16}" dt="2026-09-09T20:10:04.281" v="624" actId="14100"/>
        <pc:sldMkLst>
          <pc:docMk/>
          <pc:sldMk cId="3210912357" sldId="262"/>
        </pc:sldMkLst>
        <pc:spChg chg="add del mod">
          <ac:chgData name="Miren HERRERO LLORENTE" userId="33c8d24bbfc4629f" providerId="LiveId" clId="{B1A164DD-CD48-4B0F-870C-C8D785CF9D16}" dt="2026-09-09T11:36:02.965" v="494" actId="478"/>
          <ac:spMkLst>
            <pc:docMk/>
            <pc:sldMk cId="3210912357" sldId="262"/>
            <ac:spMk id="2" creationId="{DC14A798-D2EC-7B8F-FAE7-E6F287F15450}"/>
          </ac:spMkLst>
        </pc:spChg>
        <pc:picChg chg="add mod">
          <ac:chgData name="Miren HERRERO LLORENTE" userId="33c8d24bbfc4629f" providerId="LiveId" clId="{B1A164DD-CD48-4B0F-870C-C8D785CF9D16}" dt="2026-09-09T20:10:04.281" v="624" actId="14100"/>
          <ac:picMkLst>
            <pc:docMk/>
            <pc:sldMk cId="3210912357" sldId="262"/>
            <ac:picMk id="4" creationId="{67310BFC-990C-2B61-E952-7CDE36C493A4}"/>
          </ac:picMkLst>
        </pc:picChg>
      </pc:sldChg>
      <pc:sldChg chg="addSp modSp new mod">
        <pc:chgData name="Miren HERRERO LLORENTE" userId="33c8d24bbfc4629f" providerId="LiveId" clId="{B1A164DD-CD48-4B0F-870C-C8D785CF9D16}" dt="2026-09-08T15:54:50.443" v="368" actId="931"/>
        <pc:sldMkLst>
          <pc:docMk/>
          <pc:sldMk cId="3186820214" sldId="263"/>
        </pc:sldMkLst>
        <pc:picChg chg="add mod">
          <ac:chgData name="Miren HERRERO LLORENTE" userId="33c8d24bbfc4629f" providerId="LiveId" clId="{B1A164DD-CD48-4B0F-870C-C8D785CF9D16}" dt="2026-09-08T15:54:50.443" v="368" actId="931"/>
          <ac:picMkLst>
            <pc:docMk/>
            <pc:sldMk cId="3186820214" sldId="263"/>
            <ac:picMk id="3" creationId="{D918E57A-AFCF-3416-52FA-AE7C0FB3FA6E}"/>
          </ac:picMkLst>
        </pc:picChg>
      </pc:sldChg>
      <pc:sldChg chg="addSp modSp new mod modNotesTx">
        <pc:chgData name="Miren HERRERO LLORENTE" userId="33c8d24bbfc4629f" providerId="LiveId" clId="{B1A164DD-CD48-4B0F-870C-C8D785CF9D16}" dt="2026-09-08T15:57:51.643" v="375" actId="115"/>
        <pc:sldMkLst>
          <pc:docMk/>
          <pc:sldMk cId="2189949399" sldId="264"/>
        </pc:sldMkLst>
        <pc:picChg chg="add mod">
          <ac:chgData name="Miren HERRERO LLORENTE" userId="33c8d24bbfc4629f" providerId="LiveId" clId="{B1A164DD-CD48-4B0F-870C-C8D785CF9D16}" dt="2026-09-08T15:57:17.203" v="370" actId="931"/>
          <ac:picMkLst>
            <pc:docMk/>
            <pc:sldMk cId="2189949399" sldId="264"/>
            <ac:picMk id="3" creationId="{DE359569-AD9F-72C3-CA03-29EB60973517}"/>
          </ac:picMkLst>
        </pc:picChg>
      </pc:sldChg>
      <pc:sldChg chg="addSp modSp new mod modAnim modNotesTx">
        <pc:chgData name="Miren HERRERO LLORENTE" userId="33c8d24bbfc4629f" providerId="LiveId" clId="{B1A164DD-CD48-4B0F-870C-C8D785CF9D16}" dt="2026-09-09T20:11:05.214" v="626" actId="1076"/>
        <pc:sldMkLst>
          <pc:docMk/>
          <pc:sldMk cId="2385820877" sldId="265"/>
        </pc:sldMkLst>
        <pc:spChg chg="add mod">
          <ac:chgData name="Miren HERRERO LLORENTE" userId="33c8d24bbfc4629f" providerId="LiveId" clId="{B1A164DD-CD48-4B0F-870C-C8D785CF9D16}" dt="2026-09-09T11:36:55.475" v="504" actId="20577"/>
          <ac:spMkLst>
            <pc:docMk/>
            <pc:sldMk cId="2385820877" sldId="265"/>
            <ac:spMk id="2" creationId="{27759F66-56AF-FCD5-60D1-AA51B7980E8D}"/>
          </ac:spMkLst>
        </pc:spChg>
        <pc:picChg chg="add mod">
          <ac:chgData name="Miren HERRERO LLORENTE" userId="33c8d24bbfc4629f" providerId="LiveId" clId="{B1A164DD-CD48-4B0F-870C-C8D785CF9D16}" dt="2026-09-09T20:11:05.214" v="626" actId="1076"/>
          <ac:picMkLst>
            <pc:docMk/>
            <pc:sldMk cId="2385820877" sldId="265"/>
            <ac:picMk id="3" creationId="{D8AD5316-CF6C-80F7-E0C4-350AA8050E17}"/>
          </ac:picMkLst>
        </pc:picChg>
      </pc:sldChg>
      <pc:sldChg chg="addSp modSp new mod modAnim modNotesTx">
        <pc:chgData name="Miren HERRERO LLORENTE" userId="33c8d24bbfc4629f" providerId="LiveId" clId="{B1A164DD-CD48-4B0F-870C-C8D785CF9D16}" dt="2026-09-09T14:13:46.361" v="571" actId="115"/>
        <pc:sldMkLst>
          <pc:docMk/>
          <pc:sldMk cId="2910400086" sldId="266"/>
        </pc:sldMkLst>
        <pc:spChg chg="add mod">
          <ac:chgData name="Miren HERRERO LLORENTE" userId="33c8d24bbfc4629f" providerId="LiveId" clId="{B1A164DD-CD48-4B0F-870C-C8D785CF9D16}" dt="2026-09-09T14:13:41.503" v="570" actId="14100"/>
          <ac:spMkLst>
            <pc:docMk/>
            <pc:sldMk cId="2910400086" sldId="266"/>
            <ac:spMk id="2" creationId="{3D72EB2D-1F2F-F454-99D1-49B374E116F8}"/>
          </ac:spMkLst>
        </pc:spChg>
        <pc:picChg chg="add mod">
          <ac:chgData name="Miren HERRERO LLORENTE" userId="33c8d24bbfc4629f" providerId="LiveId" clId="{B1A164DD-CD48-4B0F-870C-C8D785CF9D16}" dt="2026-09-09T14:13:35.290" v="568" actId="1076"/>
          <ac:picMkLst>
            <pc:docMk/>
            <pc:sldMk cId="2910400086" sldId="266"/>
            <ac:picMk id="3" creationId="{DDEA07D6-74EB-1B06-8E12-A36A2C584580}"/>
          </ac:picMkLst>
        </pc:picChg>
      </pc:sldChg>
      <pc:sldChg chg="addSp delSp modSp new mod modNotesTx">
        <pc:chgData name="Miren HERRERO LLORENTE" userId="33c8d24bbfc4629f" providerId="LiveId" clId="{B1A164DD-CD48-4B0F-870C-C8D785CF9D16}" dt="2026-09-09T14:11:35.409" v="562" actId="115"/>
        <pc:sldMkLst>
          <pc:docMk/>
          <pc:sldMk cId="2633349705" sldId="267"/>
        </pc:sldMkLst>
        <pc:spChg chg="add del mod">
          <ac:chgData name="Miren HERRERO LLORENTE" userId="33c8d24bbfc4629f" providerId="LiveId" clId="{B1A164DD-CD48-4B0F-870C-C8D785CF9D16}" dt="2026-09-09T14:10:55.438" v="556" actId="478"/>
          <ac:spMkLst>
            <pc:docMk/>
            <pc:sldMk cId="2633349705" sldId="267"/>
            <ac:spMk id="2" creationId="{4D94C88B-B4AC-5BEC-95AE-C26CCDD39C2E}"/>
          </ac:spMkLst>
        </pc:spChg>
        <pc:picChg chg="add del mod">
          <ac:chgData name="Miren HERRERO LLORENTE" userId="33c8d24bbfc4629f" providerId="LiveId" clId="{B1A164DD-CD48-4B0F-870C-C8D785CF9D16}" dt="2026-09-09T14:10:57.087" v="558" actId="478"/>
          <ac:picMkLst>
            <pc:docMk/>
            <pc:sldMk cId="2633349705" sldId="267"/>
            <ac:picMk id="4" creationId="{FFCE7729-8E79-210E-195C-7239ACE1009C}"/>
          </ac:picMkLst>
        </pc:picChg>
        <pc:picChg chg="add del mod">
          <ac:chgData name="Miren HERRERO LLORENTE" userId="33c8d24bbfc4629f" providerId="LiveId" clId="{B1A164DD-CD48-4B0F-870C-C8D785CF9D16}" dt="2026-09-09T14:10:56.296" v="557" actId="478"/>
          <ac:picMkLst>
            <pc:docMk/>
            <pc:sldMk cId="2633349705" sldId="267"/>
            <ac:picMk id="5" creationId="{7F0FF4FE-749D-EBBE-649B-DA29D3FD28C6}"/>
          </ac:picMkLst>
        </pc:picChg>
        <pc:picChg chg="add mod">
          <ac:chgData name="Miren HERRERO LLORENTE" userId="33c8d24bbfc4629f" providerId="LiveId" clId="{B1A164DD-CD48-4B0F-870C-C8D785CF9D16}" dt="2026-09-09T14:11:31.393" v="561" actId="14100"/>
          <ac:picMkLst>
            <pc:docMk/>
            <pc:sldMk cId="2633349705" sldId="267"/>
            <ac:picMk id="7" creationId="{F96D0B74-1616-E015-D167-751B5DED02A2}"/>
          </ac:picMkLst>
        </pc:picChg>
      </pc:sldChg>
      <pc:sldChg chg="addSp modSp new mod">
        <pc:chgData name="Miren HERRERO LLORENTE" userId="33c8d24bbfc4629f" providerId="LiveId" clId="{B1A164DD-CD48-4B0F-870C-C8D785CF9D16}" dt="2026-09-08T16:07:16.629" v="428" actId="931"/>
        <pc:sldMkLst>
          <pc:docMk/>
          <pc:sldMk cId="3484993736" sldId="268"/>
        </pc:sldMkLst>
        <pc:picChg chg="add mod">
          <ac:chgData name="Miren HERRERO LLORENTE" userId="33c8d24bbfc4629f" providerId="LiveId" clId="{B1A164DD-CD48-4B0F-870C-C8D785CF9D16}" dt="2026-09-08T16:07:16.629" v="428" actId="931"/>
          <ac:picMkLst>
            <pc:docMk/>
            <pc:sldMk cId="3484993736" sldId="268"/>
            <ac:picMk id="3" creationId="{240EB3B6-C628-7F84-3191-1506E52C3A68}"/>
          </ac:picMkLst>
        </pc:picChg>
      </pc:sldChg>
      <pc:sldChg chg="addSp modSp new mod modNotesTx">
        <pc:chgData name="Miren HERRERO LLORENTE" userId="33c8d24bbfc4629f" providerId="LiveId" clId="{B1A164DD-CD48-4B0F-870C-C8D785CF9D16}" dt="2026-09-08T16:15:07.706" v="487" actId="115"/>
        <pc:sldMkLst>
          <pc:docMk/>
          <pc:sldMk cId="2641777712" sldId="269"/>
        </pc:sldMkLst>
        <pc:picChg chg="add mod">
          <ac:chgData name="Miren HERRERO LLORENTE" userId="33c8d24bbfc4629f" providerId="LiveId" clId="{B1A164DD-CD48-4B0F-870C-C8D785CF9D16}" dt="2026-09-08T16:07:36.955" v="430" actId="931"/>
          <ac:picMkLst>
            <pc:docMk/>
            <pc:sldMk cId="2641777712" sldId="269"/>
            <ac:picMk id="3" creationId="{1BD7F582-45CC-426F-EDD6-1CE3F782CB77}"/>
          </ac:picMkLst>
        </pc:picChg>
      </pc:sldChg>
      <pc:sldChg chg="addSp delSp modSp new mod modNotesTx">
        <pc:chgData name="Miren HERRERO LLORENTE" userId="33c8d24bbfc4629f" providerId="LiveId" clId="{B1A164DD-CD48-4B0F-870C-C8D785CF9D16}" dt="2026-09-09T14:10:43.336" v="555" actId="115"/>
        <pc:sldMkLst>
          <pc:docMk/>
          <pc:sldMk cId="2903446505" sldId="270"/>
        </pc:sldMkLst>
        <pc:spChg chg="add del mod">
          <ac:chgData name="Miren HERRERO LLORENTE" userId="33c8d24bbfc4629f" providerId="LiveId" clId="{B1A164DD-CD48-4B0F-870C-C8D785CF9D16}" dt="2026-09-09T14:10:18.897" v="551" actId="478"/>
          <ac:spMkLst>
            <pc:docMk/>
            <pc:sldMk cId="2903446505" sldId="270"/>
            <ac:spMk id="2" creationId="{866AEE8D-BCB9-BFA3-F37F-CD82D536467F}"/>
          </ac:spMkLst>
        </pc:spChg>
        <pc:picChg chg="add mod">
          <ac:chgData name="Miren HERRERO LLORENTE" userId="33c8d24bbfc4629f" providerId="LiveId" clId="{B1A164DD-CD48-4B0F-870C-C8D785CF9D16}" dt="2026-09-09T14:10:39.792" v="554" actId="14100"/>
          <ac:picMkLst>
            <pc:docMk/>
            <pc:sldMk cId="2903446505" sldId="270"/>
            <ac:picMk id="4" creationId="{899548BB-E995-4234-C473-0696B7349172}"/>
          </ac:picMkLst>
        </pc:picChg>
      </pc:sldChg>
      <pc:sldChg chg="new del">
        <pc:chgData name="Miren HERRERO LLORENTE" userId="33c8d24bbfc4629f" providerId="LiveId" clId="{B1A164DD-CD48-4B0F-870C-C8D785CF9D16}" dt="2026-09-08T16:13:42.664" v="478" actId="2696"/>
        <pc:sldMkLst>
          <pc:docMk/>
          <pc:sldMk cId="3758168449" sldId="271"/>
        </pc:sldMkLst>
      </pc:sldChg>
      <pc:sldChg chg="addSp modSp new mod">
        <pc:chgData name="Miren HERRERO LLORENTE" userId="33c8d24bbfc4629f" providerId="LiveId" clId="{B1A164DD-CD48-4B0F-870C-C8D785CF9D16}" dt="2026-09-09T15:12:44.764" v="619" actId="14100"/>
        <pc:sldMkLst>
          <pc:docMk/>
          <pc:sldMk cId="4184329359" sldId="271"/>
        </pc:sldMkLst>
        <pc:spChg chg="add mod">
          <ac:chgData name="Miren HERRERO LLORENTE" userId="33c8d24bbfc4629f" providerId="LiveId" clId="{B1A164DD-CD48-4B0F-870C-C8D785CF9D16}" dt="2026-09-09T15:12:32.036" v="616" actId="14100"/>
          <ac:spMkLst>
            <pc:docMk/>
            <pc:sldMk cId="4184329359" sldId="271"/>
            <ac:spMk id="4" creationId="{584E3827-B46E-8D0D-AE1B-23ABB9FCA589}"/>
          </ac:spMkLst>
        </pc:spChg>
        <pc:picChg chg="add mod">
          <ac:chgData name="Miren HERRERO LLORENTE" userId="33c8d24bbfc4629f" providerId="LiveId" clId="{B1A164DD-CD48-4B0F-870C-C8D785CF9D16}" dt="2026-09-09T15:12:44.764" v="619" actId="14100"/>
          <ac:picMkLst>
            <pc:docMk/>
            <pc:sldMk cId="4184329359" sldId="271"/>
            <ac:picMk id="3" creationId="{4D7D3F1C-E165-F3C3-C9D1-E7A18993471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BC5528-F621-4D60-A92D-1A429B413E6E}" type="datetimeFigureOut">
              <a:rPr lang="es-ES" smtClean="0"/>
              <a:t>09/09/2026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45E5D1-D903-4A22-BC36-E1F032E5A65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017330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u="none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45E5D1-D903-4A22-BC36-E1F032E5A654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090075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u="sng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45E5D1-D903-4A22-BC36-E1F032E5A654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773085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45E5D1-D903-4A22-BC36-E1F032E5A654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15026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45E5D1-D903-4A22-BC36-E1F032E5A654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403387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u="sng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45E5D1-D903-4A22-BC36-E1F032E5A654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6972537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u="sng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45E5D1-D903-4A22-BC36-E1F032E5A654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5885866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u="sng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45E5D1-D903-4A22-BC36-E1F032E5A654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2059450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u="sng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45E5D1-D903-4A22-BC36-E1F032E5A654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215371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u="sng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45E5D1-D903-4A22-BC36-E1F032E5A654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685920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45E5D1-D903-4A22-BC36-E1F032E5A654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257806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u="sng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45E5D1-D903-4A22-BC36-E1F032E5A654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11912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7188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855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72986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376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0853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949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103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3858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6532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9317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048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945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0.png"/><Relationship Id="rId4" Type="http://schemas.openxmlformats.org/officeDocument/2006/relationships/notesSlide" Target="../notesSlides/notesSlide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1.png"/><Relationship Id="rId4" Type="http://schemas.openxmlformats.org/officeDocument/2006/relationships/notesSlide" Target="../notesSlides/notesSlide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C20CE451-818C-E63D-258B-234B6C543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12077F3-9844-4FDC-590A-1668FD7D36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8" y="603504"/>
            <a:ext cx="4361686" cy="152704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3100" b="1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ANÁLISIS DE DATOS EN BIOMECÁNICA CICLISTA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550592D-311C-759A-561A-AEF03CA76D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2212848"/>
            <a:ext cx="4361687" cy="4096512"/>
          </a:xfrm>
        </p:spPr>
        <p:txBody>
          <a:bodyPr vert="horz" lIns="91440" tIns="45720" rIns="91440" bIns="45720" rtlCol="0">
            <a:normAutofit/>
          </a:bodyPr>
          <a:lstStyle/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/>
              <a:t>Proyecto Final — Big Data / Data Analytics</a:t>
            </a:r>
            <a:br>
              <a:rPr lang="en-US" dirty="0"/>
            </a:br>
            <a:r>
              <a:rPr lang="en-US" dirty="0"/>
              <a:t>Sprint 13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r>
              <a:rPr lang="en-US" dirty="0"/>
              <a:t>Juan Carlos Morales</a:t>
            </a:r>
            <a:br>
              <a:rPr lang="en-US" dirty="0"/>
            </a:br>
            <a:r>
              <a:rPr lang="en-US" dirty="0"/>
              <a:t>IT Academy — Barcelona Activa</a:t>
            </a:r>
            <a:br>
              <a:rPr lang="en-US" dirty="0"/>
            </a:br>
            <a:r>
              <a:rPr lang="en-US" dirty="0" err="1"/>
              <a:t>Septiembre</a:t>
            </a:r>
            <a:r>
              <a:rPr lang="en-US"/>
              <a:t> 2026</a:t>
            </a:r>
          </a:p>
          <a:p>
            <a:pPr indent="-228600" algn="l">
              <a:buFont typeface="Arial" panose="020B0604020202020204" pitchFamily="34" charset="0"/>
              <a:buChar char="•"/>
            </a:pPr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594FE9D-952C-278C-290A-348E7AF3AC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948" r="3583" b="-2"/>
          <a:stretch>
            <a:fillRect/>
          </a:stretch>
        </p:blipFill>
        <p:spPr>
          <a:xfrm>
            <a:off x="5818632" y="-1"/>
            <a:ext cx="6373368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59502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73412CC-799B-9D07-037D-6384152A097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883" y="0"/>
            <a:ext cx="1217823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59732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7DECE98D-0C19-EA20-DF70-E58C1F278D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1039" y="707886"/>
            <a:ext cx="8480882" cy="5759808"/>
          </a:xfrm>
          <a:prstGeom prst="rect">
            <a:avLst/>
          </a:prstGeom>
        </p:spPr>
      </p:pic>
      <p:sp>
        <p:nvSpPr>
          <p:cNvPr id="5" name="CuadroTexto 4">
            <a:extLst>
              <a:ext uri="{FF2B5EF4-FFF2-40B4-BE49-F238E27FC236}">
                <a16:creationId xmlns:a16="http://schemas.microsoft.com/office/drawing/2014/main" id="{13FA1959-265D-4DB7-042E-A38BE9271CDE}"/>
              </a:ext>
            </a:extLst>
          </p:cNvPr>
          <p:cNvSpPr txBox="1"/>
          <p:nvPr/>
        </p:nvSpPr>
        <p:spPr>
          <a:xfrm>
            <a:off x="2300287" y="0"/>
            <a:ext cx="769356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CASO REAL DE REFERENCIA                   </a:t>
            </a:r>
          </a:p>
          <a:p>
            <a:r>
              <a:rPr lang="es-ES" sz="1600" dirty="0"/>
              <a:t>                                               Estudio biomecánico </a:t>
            </a:r>
            <a:r>
              <a:rPr lang="es-ES" sz="1600" dirty="0" err="1"/>
              <a:t>Retül</a:t>
            </a:r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3585414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E8B822E0-F035-0AAA-85DC-CD4075FCF6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22400"/>
            <a:ext cx="12115800" cy="40386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DA0621EF-E6CD-69CE-851C-F41DA5CBAD31}"/>
              </a:ext>
            </a:extLst>
          </p:cNvPr>
          <p:cNvSpPr txBox="1"/>
          <p:nvPr/>
        </p:nvSpPr>
        <p:spPr>
          <a:xfrm>
            <a:off x="236669" y="580913"/>
            <a:ext cx="115859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DEL ESTUDIO BIOMECÁNICO AL ANÁLISIS DE DATOS</a:t>
            </a:r>
          </a:p>
        </p:txBody>
      </p:sp>
    </p:spTree>
    <p:extLst>
      <p:ext uri="{BB962C8B-B14F-4D97-AF65-F5344CB8AC3E}">
        <p14:creationId xmlns:p14="http://schemas.microsoft.com/office/powerpoint/2010/main" val="180259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B9C56565-6C8A-B5BC-8AA3-0C46A3FD22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0307" y="1480457"/>
            <a:ext cx="6028263" cy="506548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DC832DBD-E1A6-EDC8-FCA8-C54941276B0F}"/>
              </a:ext>
            </a:extLst>
          </p:cNvPr>
          <p:cNvSpPr txBox="1"/>
          <p:nvPr/>
        </p:nvSpPr>
        <p:spPr>
          <a:xfrm>
            <a:off x="1506071" y="172123"/>
            <a:ext cx="903642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400" b="1" dirty="0"/>
              <a:t>BICICLETA AJUSTABLE PARA ESTUDIO BIOMECÁNICO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7C4E2F1-2D3A-5DA4-36D8-71483947A429}"/>
              </a:ext>
            </a:extLst>
          </p:cNvPr>
          <p:cNvSpPr txBox="1"/>
          <p:nvPr/>
        </p:nvSpPr>
        <p:spPr>
          <a:xfrm>
            <a:off x="8623005" y="1382233"/>
            <a:ext cx="2126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/>
              <a:t>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9382385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AEB47F30-AF65-C541-24B1-C5443CF91E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278" y="324465"/>
            <a:ext cx="10756302" cy="6019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35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67310BFC-990C-2B61-E952-7CDE36C493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7" y="0"/>
            <a:ext cx="12241405" cy="6827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09123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918E57A-AFCF-3416-52FA-AE7C0FB3FA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865" y="430270"/>
            <a:ext cx="10722269" cy="59974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682021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DE359569-AD9F-72C3-CA03-29EB609735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814" y="449322"/>
            <a:ext cx="10760372" cy="5959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99493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27759F66-56AF-FCD5-60D1-AA51B7980E8D}"/>
              </a:ext>
            </a:extLst>
          </p:cNvPr>
          <p:cNvSpPr txBox="1"/>
          <p:nvPr/>
        </p:nvSpPr>
        <p:spPr>
          <a:xfrm>
            <a:off x="2528047" y="182880"/>
            <a:ext cx="68121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REGISTRO 3D — ANTES DEL AJUSTE </a:t>
            </a:r>
            <a:r>
              <a:rPr lang="es-ES" sz="2400" dirty="0"/>
              <a:t>video</a:t>
            </a:r>
            <a:endParaRPr lang="es-ES" sz="2400" b="1" dirty="0"/>
          </a:p>
        </p:txBody>
      </p:sp>
      <p:pic>
        <p:nvPicPr>
          <p:cNvPr id="3" name="Video_INICIAL_anonimizado">
            <a:hlinkClick r:id="" action="ppaction://media"/>
            <a:extLst>
              <a:ext uri="{FF2B5EF4-FFF2-40B4-BE49-F238E27FC236}">
                <a16:creationId xmlns:a16="http://schemas.microsoft.com/office/drawing/2014/main" id="{D8AD5316-CF6C-80F7-E0C4-350AA8050E1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170857" y="1019287"/>
            <a:ext cx="6913581" cy="5185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8208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999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3D72EB2D-1F2F-F454-99D1-49B374E116F8}"/>
              </a:ext>
            </a:extLst>
          </p:cNvPr>
          <p:cNvSpPr txBox="1"/>
          <p:nvPr/>
        </p:nvSpPr>
        <p:spPr>
          <a:xfrm>
            <a:off x="1868993" y="336331"/>
            <a:ext cx="76428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400" b="1" dirty="0"/>
              <a:t>REGISTRO 3D — DESPUÉS DEL AJUSTE </a:t>
            </a:r>
            <a:r>
              <a:rPr lang="es-ES" sz="2400" dirty="0"/>
              <a:t>video</a:t>
            </a:r>
            <a:endParaRPr lang="es-ES" sz="2400" b="1" dirty="0"/>
          </a:p>
        </p:txBody>
      </p:sp>
      <p:pic>
        <p:nvPicPr>
          <p:cNvPr id="3" name="Video_FINAL_anonimizado">
            <a:hlinkClick r:id="" action="ppaction://media"/>
            <a:extLst>
              <a:ext uri="{FF2B5EF4-FFF2-40B4-BE49-F238E27FC236}">
                <a16:creationId xmlns:a16="http://schemas.microsoft.com/office/drawing/2014/main" id="{DDEA07D6-74EB-1B06-8E12-A36A2C58458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251442" y="1144422"/>
            <a:ext cx="6828754" cy="4926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4000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11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F96D0B74-1616-E015-D167-751B5DED02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6743"/>
            <a:ext cx="11885653" cy="6532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3497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4D7D3F1C-E165-F3C3-C9D1-E7A1899347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0764" y="1167038"/>
            <a:ext cx="4513868" cy="5416642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584E3827-B46E-8D0D-AE1B-23ABB9FCA589}"/>
              </a:ext>
            </a:extLst>
          </p:cNvPr>
          <p:cNvSpPr txBox="1"/>
          <p:nvPr/>
        </p:nvSpPr>
        <p:spPr>
          <a:xfrm>
            <a:off x="1868130" y="403122"/>
            <a:ext cx="769865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                              PLANTILLAS / FOOTBEDS RETÜL</a:t>
            </a:r>
          </a:p>
          <a:p>
            <a:r>
              <a:rPr lang="es-ES" dirty="0"/>
              <a:t>Diferentes niveles de soporte según las características del arco del pie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843293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899548BB-E995-4234-C473-0696B73491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06" y="120580"/>
            <a:ext cx="11739748" cy="6566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4465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240EB3B6-C628-7F84-3191-1506E52C3A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49937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1BD7F582-45CC-426F-EDD6-1CE3F782CB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777712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678</TotalTime>
  <Words>91</Words>
  <Application>Microsoft Office PowerPoint</Application>
  <PresentationFormat>Panorámica</PresentationFormat>
  <Paragraphs>23</Paragraphs>
  <Slides>16</Slides>
  <Notes>11</Notes>
  <HiddenSlides>0</HiddenSlides>
  <MMClips>2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0" baseType="lpstr">
      <vt:lpstr>Aptos</vt:lpstr>
      <vt:lpstr>Arial</vt:lpstr>
      <vt:lpstr>Neue Haas Grotesk Text Pro</vt:lpstr>
      <vt:lpstr>VanillaVTI</vt:lpstr>
      <vt:lpstr>ANÁLISIS DE DATOS EN BIOMECÁNICA CICLISTA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Miren HERRERO LLORENTE</dc:creator>
  <cp:lastModifiedBy>Miren HERRERO LLORENTE</cp:lastModifiedBy>
  <cp:revision>1</cp:revision>
  <dcterms:created xsi:type="dcterms:W3CDTF">2026-09-08T15:16:26Z</dcterms:created>
  <dcterms:modified xsi:type="dcterms:W3CDTF">2026-09-09T20:11:05Z</dcterms:modified>
</cp:coreProperties>
</file>